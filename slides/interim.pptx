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Gaia AI — Interim Report</a:t>
            </a:r>
          </a:p>
          <a:p>
            <a:pPr>
              <a:defRPr sz="2000">
                <a:solidFill>
                  <a:srgbClr val="C8D2E1"/>
                </a:solidFill>
              </a:defRPr>
            </a:pPr>
            <a:r>
              <a:t>Dataset, EDA &amp; baseline · Adir · LLM course (HIT)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1 ·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Goal: generate WhatsApp replies in a user's own implicit style, from their chat history.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Changed from proposal: added a MULTILINGUAL style-similarity embedder (data is he+en); hardened synthetic generation.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Novelty/contribution: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Implicit style learning (no tone labels) from synthetic personas with hidden seeds.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Evaluation by Style-Indistinguishability (LLM judge → 50%) rather than a soft similarity score.</a:t>
            </a:r>
          </a:p>
        </p:txBody>
      </p:sp>
      <p:pic>
        <p:nvPicPr>
          <p:cNvPr id="4" name="Picture 3" descr="visu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698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2 · Previous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Reviewed across our four pillars (full table + citations in docs/related_work.md):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023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Relation to 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QLoRA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4-bit LoRA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Our exact training method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Self-Instruct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LLM-generated 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Our synthetic-data strategy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LLM-as-a-Judge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 eval + biases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Basis of our indistinguishability metric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LaMP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Personalization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 learn style implicitly, not via retrieval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PersonaChat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Persona-grounded 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 use implicit, not explicit, personas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</a:defRPr>
            </a:pPr>
            <a:r>
              <a:t>Recent, high-citation works (NeurIPS/ACL). arXiv IDs in docs/related_work.md.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3 · Dataset &amp;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Synthetic dataset generated with an LLM (Self-Instruct-style), bilingual he/en.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Each user has a HIDDEN style seed from a 10-axis diversity matrix; targets written by an oracle that sees the seed.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Splits are PER-USER (no user in both train and test) → tests generalization to unseen people.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Scale: 30 personas · 22 histories · 170 (history, incoming, target) pairs.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Target reply length: mean 50.2 chars (median 41.0, range 1–213).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History message length: mean 39.5 chars over 461 messages.</a:t>
            </a:r>
          </a:p>
        </p:txBody>
      </p:sp>
      <p:pic>
        <p:nvPicPr>
          <p:cNvPr id="4" name="Picture 3" descr="lan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8215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3b · EDA — length &amp; style distributions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Style axes are spread across the diversity matrix (formality, emoji, slang, length).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Message and target-reply lengths skew short, matching real WhatsApp behavior.</a:t>
            </a:r>
          </a:p>
        </p:txBody>
      </p:sp>
      <p:pic>
        <p:nvPicPr>
          <p:cNvPr id="4" name="Picture 3" descr="target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8215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4 · Baseline Solution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Baselines (off-the-shelf, no fine-tune): zero-shot and few-shot prompting on Llama-3.x via Groq.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Oracle = upper bound (LLM that saw the hidden seed).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Evaluated on the held-out per-user test split with all three metrics.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0233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Indist.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StyleSim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zero_shot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[27,58]%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3.39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few_shot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[37,68]%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fine_tuned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 (GPU)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ndi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31742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</a:defRPr>
            </a:pPr>
            <a:r>
              <a:t>Real baseline numbers (zero/few-shot via Groq). fine_tuned = run on GPU.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5 ·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Remaining steps to the final report: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023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Expected outcome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Fine-tune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QLoRA Llama-3-8B on cloud GPU (Modal/RunPod)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Trained adapter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Re-eval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Add fine_tuned column vs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Full comparison table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Scale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More users (paid Groq tier / multi-day)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More robust numbers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Error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Inspect bad cases, tune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Quality improvements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Final deck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Results + conclusions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Submission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