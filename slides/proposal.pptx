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Gaia AI — Project Proposal</a:t>
            </a:r>
          </a:p>
          <a:p>
            <a:pPr>
              <a:defRPr sz="2000">
                <a:solidFill>
                  <a:srgbClr val="C8D2E1"/>
                </a:solidFill>
              </a:defRPr>
            </a:pPr>
            <a:r>
              <a:t>Personalized response generation via implicit user-style learning · Adir · LLM course (HIT)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43E"/>
                </a:solidFill>
              </a:defRPr>
            </a:pPr>
            <a:r>
              <a:t>1 · Motivating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492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Communication-heavy people (educators, consultants, founders, support) get floods of messages whose replies follow a consistent PERSONAL style.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Today this is solved by typing every reply manually, or by generic auto-replies that sound nothing like the user.</a:t>
            </a:r>
          </a:p>
          <a:p>
            <a:pPr lvl="1">
              <a:spcAft>
                <a:spcPts val="600"/>
              </a:spcAft>
              <a:defRPr sz="1300">
                <a:solidFill>
                  <a:srgbClr val="4A5568"/>
                </a:solidFill>
              </a:defRPr>
            </a:pPr>
            <a:r>
              <a:t>– Why important: time cost is huge and tone consistency matters for relationships/brand.</a:t>
            </a:r>
          </a:p>
          <a:p>
            <a:pPr lvl="1">
              <a:spcAft>
                <a:spcPts val="600"/>
              </a:spcAft>
              <a:defRPr sz="1300">
                <a:solidFill>
                  <a:srgbClr val="4A5568"/>
                </a:solidFill>
              </a:defRPr>
            </a:pPr>
            <a:r>
              <a:t>– Why hard: a person's style is implicit — sentence length, emoji, slang, punctuation, rhythm — and there is NO labeled 'style' dataset.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Gaia AI learns the user's style from their own chat history and SUGGESTS replies (never auto-sends — human approves).</a:t>
            </a:r>
          </a:p>
        </p:txBody>
      </p:sp>
      <p:pic>
        <p:nvPicPr>
          <p:cNvPr id="4" name="Picture 3" descr="visu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937760" cy="26982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43E"/>
                </a:solidFill>
              </a:defRPr>
            </a:pPr>
            <a:r>
              <a:t>2 · Project Task 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Formal problem: conditional text generation with implicit style conditioning.</a:t>
            </a:r>
          </a:p>
          <a:p>
            <a:pPr lvl="1">
              <a:spcAft>
                <a:spcPts val="600"/>
              </a:spcAft>
              <a:defRPr sz="1300">
                <a:solidFill>
                  <a:srgbClr val="4A5568"/>
                </a:solidFill>
              </a:defRPr>
            </a:pPr>
            <a:r>
              <a:t>– Input: a user's chat history + a new incoming message.</a:t>
            </a:r>
          </a:p>
          <a:p>
            <a:pPr lvl="1">
              <a:spcAft>
                <a:spcPts val="600"/>
              </a:spcAft>
              <a:defRPr sz="1300">
                <a:solidFill>
                  <a:srgbClr val="4A5568"/>
                </a:solidFill>
              </a:defRPr>
            </a:pPr>
            <a:r>
              <a:t>– Output: a reply that (a) addresses the message and (b) preserves the user's implicit writing style.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Novelty: learn style IMPLICITLY (no tone labels) and evaluate by Style-Indistinguishability instead of a soft similarity score.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Scope is novel &amp; data-free: no public dataset exists → we generate synthetic training and test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43E"/>
                </a:solidFill>
              </a:defRPr>
            </a:pPr>
            <a:r>
              <a:t>3 · Models &amp;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6492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Pipeline: diversity matrix → synthetic personas+histories → (history, incoming, oracle-target) pairs → splits → fine-tune → eval.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Fine-tuned model: Llama-3-8B-Instruct + QLoRA (4-bit NF4, r=16, α=32, target q/k/v/o).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Off-the-shelf baselines to compare against:</a:t>
            </a:r>
          </a:p>
          <a:p>
            <a:pPr lvl="1">
              <a:spcAft>
                <a:spcPts val="600"/>
              </a:spcAft>
              <a:defRPr sz="1300">
                <a:solidFill>
                  <a:srgbClr val="4A5568"/>
                </a:solidFill>
              </a:defRPr>
            </a:pPr>
            <a:r>
              <a:t>– Zero-shot prompting (style instruction only).</a:t>
            </a:r>
          </a:p>
          <a:p>
            <a:pPr lvl="1">
              <a:spcAft>
                <a:spcPts val="600"/>
              </a:spcAft>
              <a:defRPr sz="1300">
                <a:solidFill>
                  <a:srgbClr val="4A5568"/>
                </a:solidFill>
              </a:defRPr>
            </a:pPr>
            <a:r>
              <a:t>– Few-shot prompting (5–8 history examples in context).</a:t>
            </a:r>
          </a:p>
          <a:p>
            <a:pPr lvl="1">
              <a:spcAft>
                <a:spcPts val="600"/>
              </a:spcAft>
              <a:defRPr sz="1300">
                <a:solidFill>
                  <a:srgbClr val="4A5568"/>
                </a:solidFill>
              </a:defRPr>
            </a:pPr>
            <a:r>
              <a:t>– Oracle (LLM that saw the hidden style seed) = upper bound.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Style memory retrieval (embeddings/Qdrant) provides relevant history at runtime.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280160"/>
            <a:ext cx="4937760" cy="17212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43E"/>
                </a:solidFill>
              </a:defRPr>
            </a:pPr>
            <a:r>
              <a:t>4 · Data Specification &amp;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No real labeled data → generate SYNTHETIC data with an LLM (Self-Instruct-style).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Each synthetic user gets a HIDDEN style seed sampled from a diversity matrix:</a:t>
            </a:r>
          </a:p>
          <a:p>
            <a:pPr lvl="1">
              <a:spcAft>
                <a:spcPts val="600"/>
              </a:spcAft>
              <a:defRPr sz="1300">
                <a:solidFill>
                  <a:srgbClr val="4A5568"/>
                </a:solidFill>
              </a:defRPr>
            </a:pPr>
            <a:r>
              <a:t>– language (he/en) × length × emoji × slang × formality × rhythm × punctuation × greeting × occupation × age.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Per user: ~30–50 style-reference messages + (history, incoming, target) triples; target written by an 'oracle' that sees the seed.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Splits are PER-USER (no user in both train and test) to test generalization to unseen people.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Real data (optional, evaluation only): opt-in, anonymized, AES-encrypted, gitignored.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243E"/>
                </a:solidFill>
              </a:defRPr>
            </a:pPr>
            <a:r>
              <a:t>5 · Metrics &amp;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Headline — Style-Indistinguishability: an LLM judge sees history+incoming+two replies (oracle vs ours, randomized) and guesses the user's.</a:t>
            </a:r>
          </a:p>
          <a:p>
            <a:pPr lvl="1">
              <a:spcAft>
                <a:spcPts val="600"/>
              </a:spcAft>
              <a:defRPr sz="1300">
                <a:solidFill>
                  <a:srgbClr val="4A5568"/>
                </a:solidFill>
              </a:defRPr>
            </a:pPr>
            <a:r>
              <a:t>– KPI: judge accuracy → 50% (chance) = indistinguishable = success.</a:t>
            </a:r>
          </a:p>
          <a:p>
            <a:pPr lvl="1">
              <a:spcAft>
                <a:spcPts val="600"/>
              </a:spcAft>
              <a:defRPr sz="1300">
                <a:solidFill>
                  <a:srgbClr val="4A5568"/>
                </a:solidFill>
              </a:defRPr>
            </a:pPr>
            <a:r>
              <a:t>– Report 95% Wilson CI + order-bias check; judge model separated from generator.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Style similarity: cosine in a MULTILINGUAL embedding space vs the user's history (he+en).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Relevance: LLM 1–5 — does the reply actually address the message? (style without content is useless).</a:t>
            </a:r>
          </a:p>
          <a:p>
            <a:pPr>
              <a:spcAft>
                <a:spcPts val="600"/>
              </a:spcAft>
              <a:defRPr sz="1600">
                <a:solidFill>
                  <a:srgbClr val="10243E"/>
                </a:solidFill>
              </a:defRPr>
            </a:pPr>
            <a:r>
              <a:t>• Quality protocol: per-user split, bias mitigations, ground-truth = oracle (synthetic) / real user (real test).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093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4A5568"/>
                </a:solidFill>
              </a:defRPr>
            </a:pPr>
            <a:r>
              <a:t>Targets: fine_tuned indist. ∈ [45%,55%]; baselines higher (judge can spot them).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