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Gaia AI — Final Report</a:t>
            </a:r>
          </a:p>
          <a:p>
            <a:pPr>
              <a:defRPr sz="2000">
                <a:solidFill>
                  <a:srgbClr val="C8D2E1"/>
                </a:solidFill>
              </a:defRPr>
            </a:pPr>
            <a:r>
              <a:t>Personalized response generation via implicit user-style learning · Adir · LLM course (HIT)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1 · Project Definition (refined)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Problem: given a user's chat history + a new message, generate a reply in the user's IMPLICIT style.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Models: fine-tuned Llama-3-8B (QLoRA) vs off-the-shelf zero-/few-shot; oracle = upper bound.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Data: synthetic, persona-conditioned, bilingual; per-user splits.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Metrics: Style-Indistinguishability (headline), style-similarity, relevance.</a:t>
            </a:r>
          </a:p>
        </p:txBody>
      </p:sp>
      <p:pic>
        <p:nvPicPr>
          <p:cNvPr id="4" name="Picture 3" descr="visu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2698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2 · Achievements &amp;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Built an end-to-end pipeline: diversity matrix → synthetic data → fine-tune → indistinguishability eval.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Generated a bilingual persona-conditioned dataset with hidden style seeds (no style labels leaked).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Produced real baseline results and a reproducible eval (JSON/MD/CSV + figures).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Novelty: implicit style learning + indistinguishability metric — distinct from retrieval-based personalization (LaMP) and explicit personas (PersonaChat).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Synthetic generation: LLM role-play with hidden seeds; oracle writes targets; robust JSON parsing.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Fine-tuning: QLoRA (4-bit NF4, r=16, α=32, target q/k/v/o) on Llama-3-8B-Instruct (cloud GPU).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Evaluation effort for quality: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Per-user splits; order-randomized judge; judge model separated from generator.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Multilingual embedder for he+en style similarity; relevance guards content.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Rate-limit-aware generation (backoff, serialized) for reproducibility on free tiers.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1721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Evaluated on a held-out per-user test split (test size = 18).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Off-the-shelf baselines — zero-shot indist. 42%, few-shot 53% (closer to 50% = better).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fine_tuned column is filled after the QLoRA GPU run (Modal/RunPod) — the core comparison.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Indist.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StyleSim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Relev.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zero_shot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[27,58]%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few_shot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[37,68]%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fine_tuned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 (GPU)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ndi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3174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5568"/>
                </a:solidFill>
              </a:defRPr>
            </a:pPr>
            <a:r>
              <a:t>Indistinguishability ≈ 50% = success. Figures in visuals/results/.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5 ·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The framework works end-to-end and yields real baseline numbers; fine-tuned arm is one GPU run away.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What I'd change: larger dataset (paid LLM tier), a stronger separate judge model, more error analysis.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Future: real opt-in data generalization test; RLHF from user edits; multi-personality switching.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Human-in-the-loop throughout — the system suggests; the user approves.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